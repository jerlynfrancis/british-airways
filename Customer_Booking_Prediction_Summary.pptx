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1A56DB"/>
                </a:solidFill>
              </a:defRPr>
            </a:pPr>
            <a:r>
              <a:t>Customer Booking Prediction - Model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33333"/>
                </a:solidFill>
              </a:defRPr>
            </a:pPr>
            <a:r>
              <a:t>Model: Random Forest (200 trees)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333333"/>
                </a:solidFill>
              </a:defRPr>
            </a:pPr>
            <a:r>
              <a:t>Performance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ROC-AUC: 0.755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Accuracy: 0.687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CV ROC-AUC (5-fold): 0.749 (+/- 0.003)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</a:p>
          <a:p>
            <a:pPr>
              <a:defRPr sz="1800" b="1">
                <a:solidFill>
                  <a:srgbClr val="333333"/>
                </a:solidFill>
              </a:defRPr>
            </a:pPr>
            <a:r>
              <a:t>Top 5 Key Drivers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  - Booking Origin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  - Flight Duration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  - Stay Per Lead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  - Length of Stay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  - Passengers Per Lead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888888"/>
                </a:solidFill>
              </a:defRPr>
            </a:pPr>
            <a:r>
              <a:t>Data Source: Customer Booking Dataset  |  Target: booking_complete  |  Features: 22 engineered variables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